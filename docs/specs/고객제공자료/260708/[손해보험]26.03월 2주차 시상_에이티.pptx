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sldIdLst>
    <p:sldId id="349" r:id="rId2"/>
    <p:sldId id="350" r:id="rId3"/>
    <p:sldId id="326" r:id="rId4"/>
    <p:sldId id="327" r:id="rId5"/>
    <p:sldId id="328" r:id="rId6"/>
    <p:sldId id="352" r:id="rId7"/>
    <p:sldId id="372" r:id="rId8"/>
    <p:sldId id="353" r:id="rId9"/>
    <p:sldId id="354" r:id="rId10"/>
    <p:sldId id="360" r:id="rId11"/>
    <p:sldId id="367" r:id="rId12"/>
    <p:sldId id="368" r:id="rId13"/>
    <p:sldId id="359" r:id="rId14"/>
    <p:sldId id="358" r:id="rId15"/>
    <p:sldId id="357" r:id="rId16"/>
    <p:sldId id="356" r:id="rId17"/>
    <p:sldId id="355" r:id="rId18"/>
    <p:sldId id="351" r:id="rId19"/>
    <p:sldId id="361" r:id="rId20"/>
    <p:sldId id="362" r:id="rId21"/>
    <p:sldId id="363" r:id="rId22"/>
    <p:sldId id="364" r:id="rId23"/>
    <p:sldId id="365" r:id="rId24"/>
    <p:sldId id="366" r:id="rId25"/>
  </p:sldIdLst>
  <p:sldSz cx="6858000" cy="9906000" type="A4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FF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89394" autoAdjust="0"/>
  </p:normalViewPr>
  <p:slideViewPr>
    <p:cSldViewPr snapToGrid="0">
      <p:cViewPr varScale="1">
        <p:scale>
          <a:sx n="66" d="100"/>
          <a:sy n="66" d="100"/>
        </p:scale>
        <p:origin x="6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1DD7B-5FA9-4459-B670-713A442ACE17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43138" y="1243013"/>
            <a:ext cx="2320925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CCF87-4F3F-45EC-8679-AF0D319ABC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307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844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475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147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953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279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103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981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524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737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736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443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39BF2-A3A5-4C49-9645-EEDBAAADB45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19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08872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766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09499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597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393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6857999" cy="9906000"/>
          </a:xfrm>
        </p:spPr>
      </p:pic>
    </p:spTree>
    <p:extLst>
      <p:ext uri="{BB962C8B-B14F-4D97-AF65-F5344CB8AC3E}">
        <p14:creationId xmlns:p14="http://schemas.microsoft.com/office/powerpoint/2010/main" val="1064166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6857999" cy="9906000"/>
          </a:xfrm>
        </p:spPr>
      </p:pic>
    </p:spTree>
    <p:extLst>
      <p:ext uri="{BB962C8B-B14F-4D97-AF65-F5344CB8AC3E}">
        <p14:creationId xmlns:p14="http://schemas.microsoft.com/office/powerpoint/2010/main" val="1904669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6857999" cy="9906000"/>
          </a:xfrm>
        </p:spPr>
      </p:pic>
    </p:spTree>
    <p:extLst>
      <p:ext uri="{BB962C8B-B14F-4D97-AF65-F5344CB8AC3E}">
        <p14:creationId xmlns:p14="http://schemas.microsoft.com/office/powerpoint/2010/main" val="3655462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7999" cy="9906000"/>
          </a:xfrm>
        </p:spPr>
      </p:pic>
    </p:spTree>
    <p:extLst>
      <p:ext uri="{BB962C8B-B14F-4D97-AF65-F5344CB8AC3E}">
        <p14:creationId xmlns:p14="http://schemas.microsoft.com/office/powerpoint/2010/main" val="4039353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6858001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390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81371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957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191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115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347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406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469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48438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767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6858001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582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6858001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286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56028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928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6890571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048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99508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84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2625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492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194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6857999" cy="9906000"/>
          </a:xfrm>
        </p:spPr>
      </p:pic>
    </p:spTree>
    <p:extLst>
      <p:ext uri="{BB962C8B-B14F-4D97-AF65-F5344CB8AC3E}">
        <p14:creationId xmlns:p14="http://schemas.microsoft.com/office/powerpoint/2010/main" val="3126763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1253</TotalTime>
  <Words>0</Words>
  <Application>Microsoft Office PowerPoint</Application>
  <PresentationFormat>A4 용지(210x297mm)</PresentationFormat>
  <Paragraphs>0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9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장세엽</dc:creator>
  <cp:lastModifiedBy>KB</cp:lastModifiedBy>
  <cp:revision>128</cp:revision>
  <cp:lastPrinted>2025-09-28T23:22:50Z</cp:lastPrinted>
  <dcterms:created xsi:type="dcterms:W3CDTF">2025-08-08T05:01:02Z</dcterms:created>
  <dcterms:modified xsi:type="dcterms:W3CDTF">2026-03-09T06:43:21Z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eyJub2RlMSI6eyJkc2QiOiIwMDAwMDAwMDAwMDAwMDAwIiwibG9nVGltZSI6IjIwMjUtMTItMzBUMDU6NDg6MDBaIiwicElEIjoyMDQ4LCJ0cmFjZUlkIjoiRDNEQjE2MTNGRjY1NDU4M0EyNjgwNEFDMDlBMjk5QjIiLCJ1c2VyQ29kZSI6IjExMTczNDgwIn0sIm5vZGUyIjp7ImRzZCI6IjAxMDAwMDAwMDAwMDIyMjIiLCJsb2dUaW1lIjo</vt:lpwstr>
  </property>
</Properties>
</file>