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372" r:id="rId2"/>
    <p:sldId id="373" r:id="rId3"/>
    <p:sldId id="349" r:id="rId4"/>
    <p:sldId id="350" r:id="rId5"/>
    <p:sldId id="326" r:id="rId6"/>
    <p:sldId id="327" r:id="rId7"/>
    <p:sldId id="328" r:id="rId8"/>
    <p:sldId id="352" r:id="rId9"/>
    <p:sldId id="369" r:id="rId10"/>
    <p:sldId id="371" r:id="rId11"/>
    <p:sldId id="353" r:id="rId12"/>
    <p:sldId id="354" r:id="rId13"/>
    <p:sldId id="360" r:id="rId14"/>
    <p:sldId id="367" r:id="rId15"/>
    <p:sldId id="368" r:id="rId16"/>
    <p:sldId id="359" r:id="rId17"/>
    <p:sldId id="358" r:id="rId18"/>
    <p:sldId id="357" r:id="rId19"/>
    <p:sldId id="356" r:id="rId20"/>
    <p:sldId id="355" r:id="rId21"/>
    <p:sldId id="351" r:id="rId22"/>
    <p:sldId id="361" r:id="rId23"/>
    <p:sldId id="362" r:id="rId24"/>
    <p:sldId id="363" r:id="rId25"/>
    <p:sldId id="364" r:id="rId26"/>
    <p:sldId id="365" r:id="rId27"/>
    <p:sldId id="366" r:id="rId28"/>
  </p:sldIdLst>
  <p:sldSz cx="6858000" cy="9906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9394" autoAdjust="0"/>
  </p:normalViewPr>
  <p:slideViewPr>
    <p:cSldViewPr snapToGrid="0">
      <p:cViewPr varScale="1">
        <p:scale>
          <a:sx n="66" d="100"/>
          <a:sy n="66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DD7B-5FA9-4459-B670-713A442ACE17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CCF87-4F3F-45EC-8679-AF0D319AB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30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4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7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4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5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7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0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98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52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3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73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44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9BF2-A3A5-4C49-9645-EEDBAAADB4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19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895605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5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3617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66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97822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6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0949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9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0"/>
            <a:ext cx="6858000" cy="990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9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873" cy="9906000"/>
          </a:xfrm>
        </p:spPr>
      </p:pic>
    </p:spTree>
    <p:extLst>
      <p:ext uri="{BB962C8B-B14F-4D97-AF65-F5344CB8AC3E}">
        <p14:creationId xmlns:p14="http://schemas.microsoft.com/office/powerpoint/2010/main" val="106416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873" cy="9906000"/>
          </a:xfrm>
        </p:spPr>
      </p:pic>
    </p:spTree>
    <p:extLst>
      <p:ext uri="{BB962C8B-B14F-4D97-AF65-F5344CB8AC3E}">
        <p14:creationId xmlns:p14="http://schemas.microsoft.com/office/powerpoint/2010/main" val="190466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944295" cy="10029371"/>
          </a:xfrm>
        </p:spPr>
      </p:pic>
    </p:spTree>
    <p:extLst>
      <p:ext uri="{BB962C8B-B14F-4D97-AF65-F5344CB8AC3E}">
        <p14:creationId xmlns:p14="http://schemas.microsoft.com/office/powerpoint/2010/main" val="365546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40746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7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799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90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5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91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15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47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06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9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31295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67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27443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82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6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48116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2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9057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48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4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62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92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94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33623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1236</TotalTime>
  <Words>0</Words>
  <Application>Microsoft Office PowerPoint</Application>
  <PresentationFormat>A4 용지(210x297mm)</PresentationFormat>
  <Paragraphs>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장세엽</dc:creator>
  <cp:lastModifiedBy>KB</cp:lastModifiedBy>
  <cp:revision>120</cp:revision>
  <cp:lastPrinted>2025-09-28T23:22:50Z</cp:lastPrinted>
  <dcterms:created xsi:type="dcterms:W3CDTF">2025-08-08T05:01:02Z</dcterms:created>
  <dcterms:modified xsi:type="dcterms:W3CDTF">2026-03-04T08:33:39Z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eyJub2RlMSI6eyJkc2QiOiIwMDAwMDAwMDAwMDAwMDAwIiwibG9nVGltZSI6IjIwMjUtMTItMzBUMDU6NDg6MDBaIiwicElEIjoyMDQ4LCJ0cmFjZUlkIjoiRDNEQjE2MTNGRjY1NDU4M0EyNjgwNEFDMDlBMjk5QjIiLCJ1c2VyQ29kZSI6IjExMTczNDgwIn0sIm5vZGUyIjp7ImRzZCI6IjAxMDAwMDAwMDAwMDIyMjIiLCJsb2dUaW1lIjo</vt:lpwstr>
  </property>
</Properties>
</file>