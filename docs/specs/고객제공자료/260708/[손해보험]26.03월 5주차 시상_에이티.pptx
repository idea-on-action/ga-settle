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1"/>
  </p:notesMasterIdLst>
  <p:sldIdLst>
    <p:sldId id="382" r:id="rId2"/>
    <p:sldId id="383" r:id="rId3"/>
    <p:sldId id="372" r:id="rId4"/>
    <p:sldId id="326" r:id="rId5"/>
    <p:sldId id="327" r:id="rId6"/>
    <p:sldId id="328" r:id="rId7"/>
    <p:sldId id="352" r:id="rId8"/>
    <p:sldId id="353" r:id="rId9"/>
    <p:sldId id="380" r:id="rId10"/>
    <p:sldId id="381" r:id="rId11"/>
    <p:sldId id="359" r:id="rId12"/>
    <p:sldId id="373" r:id="rId13"/>
    <p:sldId id="358" r:id="rId14"/>
    <p:sldId id="374" r:id="rId15"/>
    <p:sldId id="377" r:id="rId16"/>
    <p:sldId id="376" r:id="rId17"/>
    <p:sldId id="375" r:id="rId18"/>
    <p:sldId id="378" r:id="rId19"/>
    <p:sldId id="366" r:id="rId20"/>
  </p:sldIdLst>
  <p:sldSz cx="6858000" cy="9906000" type="A4"/>
  <p:notesSz cx="6807200" cy="99393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FF00FF"/>
    <a:srgbClr val="CC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89394" autoAdjust="0"/>
  </p:normalViewPr>
  <p:slideViewPr>
    <p:cSldViewPr snapToGrid="0">
      <p:cViewPr varScale="1">
        <p:scale>
          <a:sx n="74" d="100"/>
          <a:sy n="74" d="100"/>
        </p:scale>
        <p:origin x="4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838" y="0"/>
            <a:ext cx="2949787" cy="49869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981DD7B-5FA9-4459-B670-713A442ACE17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243138" y="1243013"/>
            <a:ext cx="2320925" cy="33543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720" y="4783307"/>
            <a:ext cx="5445760" cy="3913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838" y="9440647"/>
            <a:ext cx="2949787" cy="49869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0CCF87-4F3F-45EC-8679-AF0D319ABC7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2307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86844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9475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11475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09537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12794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2103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319810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5242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5737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9736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839BF2-A3A5-4C49-9645-EEDBAAADB45A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04435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839BF2-A3A5-4C49-9645-EEDBAAADB45A}" type="datetimeFigureOut">
              <a:rPr lang="ko-KR" altLang="en-US" smtClean="0"/>
              <a:t>2026-03-30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B95BA0-4634-4835-A75F-AF049FCB95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71954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6855847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5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60148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268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41744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353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920992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53933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6859969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1660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6860965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6695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0"/>
            <a:ext cx="6819443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462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9390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759146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962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6858000" cy="9906000"/>
          </a:xfrm>
        </p:spPr>
      </p:pic>
    </p:spTree>
    <p:extLst>
      <p:ext uri="{BB962C8B-B14F-4D97-AF65-F5344CB8AC3E}">
        <p14:creationId xmlns:p14="http://schemas.microsoft.com/office/powerpoint/2010/main" val="19553432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4062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6858000" cy="9906000"/>
          </a:xfrm>
        </p:spPr>
      </p:pic>
    </p:spTree>
    <p:extLst>
      <p:ext uri="{BB962C8B-B14F-4D97-AF65-F5344CB8AC3E}">
        <p14:creationId xmlns:p14="http://schemas.microsoft.com/office/powerpoint/2010/main" val="3490708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0"/>
            <a:ext cx="6858000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469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82739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83448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64908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3240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69875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37709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6844144" cy="990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0673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내용 개체 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-1"/>
            <a:ext cx="6858000" cy="9951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3291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6857999" cy="9906000"/>
          </a:xfrm>
        </p:spPr>
      </p:pic>
    </p:spTree>
    <p:extLst>
      <p:ext uri="{BB962C8B-B14F-4D97-AF65-F5344CB8AC3E}">
        <p14:creationId xmlns:p14="http://schemas.microsoft.com/office/powerpoint/2010/main" val="3126763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1455</TotalTime>
  <Words>0</Words>
  <Application>Microsoft Office PowerPoint</Application>
  <PresentationFormat>A4 용지(210x297mm)</PresentationFormat>
  <Paragraphs>0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맑은 고딕</vt:lpstr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장세엽</dc:creator>
  <cp:lastModifiedBy>KB</cp:lastModifiedBy>
  <cp:revision>147</cp:revision>
  <cp:lastPrinted>2025-09-28T23:22:50Z</cp:lastPrinted>
  <dcterms:created xsi:type="dcterms:W3CDTF">2025-08-08T05:01:02Z</dcterms:created>
  <dcterms:modified xsi:type="dcterms:W3CDTF">2026-03-30T07:21:20Z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asoo_Trace_ID">
    <vt:lpwstr>eyJub2RlMSI6eyJkc2QiOiIwMDAwMDAwMDAwMDAwMDAwIiwibG9nVGltZSI6IjIwMjUtMTItMzBUMDU6NDg6MDBaIiwicElEIjoyMDQ4LCJ0cmFjZUlkIjoiRDNEQjE2MTNGRjY1NDU4M0EyNjgwNEFDMDlBMjk5QjIiLCJ1c2VyQ29kZSI6IjExMTczNDgwIn0sIm5vZGUyIjp7ImRzZCI6IjAxMDAwMDAwMDAwMDIyMjIiLCJsb2dUaW1lIjo</vt:lpwstr>
  </property>
</Properties>
</file>