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349" r:id="rId2"/>
    <p:sldId id="350" r:id="rId3"/>
    <p:sldId id="372" r:id="rId4"/>
    <p:sldId id="326" r:id="rId5"/>
    <p:sldId id="327" r:id="rId6"/>
    <p:sldId id="328" r:id="rId7"/>
    <p:sldId id="352" r:id="rId8"/>
    <p:sldId id="353" r:id="rId9"/>
    <p:sldId id="380" r:id="rId10"/>
    <p:sldId id="381" r:id="rId11"/>
    <p:sldId id="359" r:id="rId12"/>
    <p:sldId id="373" r:id="rId13"/>
    <p:sldId id="358" r:id="rId14"/>
    <p:sldId id="356" r:id="rId15"/>
    <p:sldId id="357" r:id="rId16"/>
    <p:sldId id="379" r:id="rId17"/>
    <p:sldId id="355" r:id="rId18"/>
    <p:sldId id="374" r:id="rId19"/>
    <p:sldId id="377" r:id="rId20"/>
    <p:sldId id="376" r:id="rId21"/>
    <p:sldId id="375" r:id="rId22"/>
    <p:sldId id="378" r:id="rId23"/>
    <p:sldId id="351" r:id="rId24"/>
    <p:sldId id="365" r:id="rId25"/>
    <p:sldId id="366" r:id="rId26"/>
  </p:sldIdLst>
  <p:sldSz cx="6858000" cy="9906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89394" autoAdjust="0"/>
  </p:normalViewPr>
  <p:slideViewPr>
    <p:cSldViewPr snapToGrid="0">
      <p:cViewPr varScale="1">
        <p:scale>
          <a:sx n="66" d="100"/>
          <a:sy n="66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DD7B-5FA9-4459-B670-713A442ACE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1243013"/>
            <a:ext cx="232092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CCF87-4F3F-45EC-8679-AF0D319AB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30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4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47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4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5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27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0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98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52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73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73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44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39BF2-A3A5-4C49-9645-EEDBAAADB4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19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79988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6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09499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9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4174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5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840233" cy="979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93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2077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6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930335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6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7220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6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9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858000" cy="9906000"/>
          </a:xfrm>
        </p:spPr>
      </p:pic>
    </p:spTree>
    <p:extLst>
      <p:ext uri="{BB962C8B-B14F-4D97-AF65-F5344CB8AC3E}">
        <p14:creationId xmlns:p14="http://schemas.microsoft.com/office/powerpoint/2010/main" val="203396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</p:spPr>
      </p:pic>
    </p:spTree>
    <p:extLst>
      <p:ext uri="{BB962C8B-B14F-4D97-AF65-F5344CB8AC3E}">
        <p14:creationId xmlns:p14="http://schemas.microsoft.com/office/powerpoint/2010/main" val="1955343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0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858000" cy="9906000"/>
          </a:xfrm>
        </p:spPr>
      </p:pic>
    </p:spTree>
    <p:extLst>
      <p:ext uri="{BB962C8B-B14F-4D97-AF65-F5344CB8AC3E}">
        <p14:creationId xmlns:p14="http://schemas.microsoft.com/office/powerpoint/2010/main" val="349070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69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802617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82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68489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67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20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86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5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44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6490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24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69875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70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4414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67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6858000" cy="995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29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28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94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7999" cy="9906000"/>
          </a:xfrm>
        </p:spPr>
      </p:pic>
    </p:spTree>
    <p:extLst>
      <p:ext uri="{BB962C8B-B14F-4D97-AF65-F5344CB8AC3E}">
        <p14:creationId xmlns:p14="http://schemas.microsoft.com/office/powerpoint/2010/main" val="312676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1433</TotalTime>
  <Words>0</Words>
  <Application>Microsoft Office PowerPoint</Application>
  <PresentationFormat>A4 용지(210x297mm)</PresentationFormat>
  <Paragraphs>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장세엽</dc:creator>
  <cp:lastModifiedBy>KB</cp:lastModifiedBy>
  <cp:revision>145</cp:revision>
  <cp:lastPrinted>2025-09-28T23:22:50Z</cp:lastPrinted>
  <dcterms:created xsi:type="dcterms:W3CDTF">2025-08-08T05:01:02Z</dcterms:created>
  <dcterms:modified xsi:type="dcterms:W3CDTF">2026-03-23T07:22:44Z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eyJub2RlMSI6eyJkc2QiOiIwMDAwMDAwMDAwMDAwMDAwIiwibG9nVGltZSI6IjIwMjUtMTItMzBUMDU6NDg6MDBaIiwicElEIjoyMDQ4LCJ0cmFjZUlkIjoiRDNEQjE2MTNGRjY1NDU4M0EyNjgwNEFDMDlBMjk5QjIiLCJ1c2VyQ29kZSI6IjExMTczNDgwIn0sIm5vZGUyIjp7ImRzZCI6IjAxMDAwMDAwMDAwMDIyMjIiLCJsb2dUaW1lIjo</vt:lpwstr>
  </property>
</Properties>
</file>